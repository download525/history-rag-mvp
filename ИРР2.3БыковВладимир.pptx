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D5A297-C336-A9A9-0D84-7C7BCF6A0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654E57-552B-3E38-1E6F-6688EBE7D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642D6-C381-AD58-5FEC-BDE023DB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CBD2EB-2B22-37A6-507C-45141FAB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230720-069A-0BD0-0FBD-3937847B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0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3A24E-0462-A38C-1E6D-EA64002D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48661-E3D9-E8B9-0FBA-45EB72F8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D5A513-D614-1781-7561-733AA7469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8D85C6-D915-5096-7D36-21B80EF9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40A365-3566-E985-4F5A-C5E69311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5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9DF71-D9AB-BDC9-9F9A-913C355F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5619F9-110B-5034-0670-10841CEB0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2FD86A-BF34-08CF-202C-7FF01E73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27A509-782B-669B-1AEE-1242C1A3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27318-2787-B553-1FD2-83639731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4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C51CD-F591-9B98-063E-9CB43604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19EC02-0294-CF72-7080-365BAFE85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B3E14B-4899-8E65-1202-5F8D7E2E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8F227-27D9-1A2A-DE3F-8E9BB37B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40206B-6776-1B42-D1B4-3FF2D764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0B669D-8C6C-E638-965E-931E0DA9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7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70B92-746D-5E5D-70BD-1C1628B0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6CFC48-6369-CA84-B320-F31E98145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85B8EB-E935-8B43-DB63-75AD76597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BF9695-542C-7DE6-EFDB-F7A15EBF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859829-44CA-0943-9AA6-3BACCFBB9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6F1075-B799-F549-338C-2ACC80CF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FD6DF5-CC60-6A5C-AADC-8690FC59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D64A40-000A-B3EF-37D8-E97577BB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5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F9407-2540-EDD9-1F54-04A114B1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3857BB5-00D4-7A1E-C047-AF5F75E2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B3C06D-8904-9A1C-ACED-65752D89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05A7AF-C175-93C5-FA0C-F88EB77A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5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FE8F041-F8B7-C694-450A-C67D180D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EEAE7A-C9D5-A74F-FDDA-5B97CAD0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5FA36E-42D1-E3B8-7188-9F1D826A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4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98FC1-49E8-4475-C267-EEFBBE65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7117B-F944-C149-E053-F6E45E5E1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36ABE9-131A-FB59-EB67-B16492304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B2377F-2951-C307-0EBD-6EDEF415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EACDEA-C44B-7733-263F-2C02AF86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7C4D7B-F825-0901-7CCD-A8934666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2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EB1B6-7546-9E90-7F6D-B2B67F85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8C207D-898F-2A8A-CAFD-A22CF4B98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12FCCB-E401-EC02-FB0A-36518E080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3CC395-F5B4-8792-CD72-144A45D5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A4E523-772A-5606-8653-F4BABC09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4AF4C9-CC31-D87B-95D1-6992CA5E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4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60D88-7CEB-C3DC-6A83-B5FA71BC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A37B1B-BABB-BD3A-466D-7343CBE82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3920A5-FB3C-CB14-1808-7F625492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6174A9-57AA-26A0-F616-37FAB78D0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C43080-B535-565B-2986-0AB46C4A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0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0394F6-6903-AD0C-657E-417EE7F82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8F6139-2019-63B2-B551-0A6580134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BD3B57-FC9C-0A48-F192-ED3B83DA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1A2787-2ABC-2356-82E0-29D6691A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0C1D5A-69F2-042A-18C6-92EE14C2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9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D5909-1D48-DBB6-40F9-167ED1A8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28B3D3-1DC4-064A-4CE0-7893E60DE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68587-3379-BA21-3C5E-8505F1287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338DF-574A-43DF-BBD9-D366EE62F33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E8559B-B1A7-75AE-324F-C5C5A0A05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207A97-FEF1-BD82-9012-0E96854E2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20555-308B-41CA-B7DE-3B53A29BC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CF0862-9482-F629-E1C8-8C66A266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1"/>
            <a:ext cx="12192000" cy="685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7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872A13-644B-F84E-C348-4143555E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2"/>
            <a:ext cx="12192000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4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878875-08CA-876A-5EBA-F5F348C5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" y="0"/>
            <a:ext cx="12144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6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DDC288-FB53-B1AD-FEB3-DF7A7BDD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1" y="0"/>
            <a:ext cx="12154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0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BB283A-12A5-7D5F-446E-6F44C1AE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" y="0"/>
            <a:ext cx="12133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8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A547F8-FFEF-6670-B79B-E09DE393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" y="0"/>
            <a:ext cx="121558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412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Vladimir Buckov</dc:creator>
  <cp:lastModifiedBy>Vladimir Buckov</cp:lastModifiedBy>
  <cp:revision>2</cp:revision>
  <dcterms:created xsi:type="dcterms:W3CDTF">2026-05-16T08:26:17Z</dcterms:created>
  <dcterms:modified xsi:type="dcterms:W3CDTF">2026-05-16T08:56:47Z</dcterms:modified>
</cp:coreProperties>
</file>